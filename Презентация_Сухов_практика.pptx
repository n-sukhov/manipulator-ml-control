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851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22960"/>
            <a:ext cx="5532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алгоритмов управления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манипулятором на основе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методов машинного обучения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76656" y="3063240"/>
            <a:ext cx="1463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о производственной научно-исследовательской работе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160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Сухов Н.М.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 ИТМО, Факультет систем управления и робототехники</a:t>
            </a:r>
            <a:endParaRPr lang="en-US" sz="1400" dirty="0"/>
          </a:p>
        </p:txBody>
      </p:sp>
      <p:pic>
        <p:nvPicPr>
          <p:cNvPr id="6" name="Image 0" descr="/mnt/data/report_assets/fig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21308"/>
            <a:ext cx="4983480" cy="3986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3740" y="6126480"/>
            <a:ext cx="493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к</a:t>
            </a:r>
            <a:r>
              <a:rPr lang="en-US" sz="1250" b="1" dirty="0" err="1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инематика</a:t>
            </a: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градиентный спуск + MLP-оценка шагов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плоским многозвенным манипулятором в 2D-среде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371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92240" y="1600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подобрать вектор углов θ так, чтобы выбранные суставы пришли в целевые точки, а движение оставалось безопасным.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92240" y="2788920"/>
            <a:ext cx="47548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учитываются длины звеньев, начальная конфигурация и целевые точки;
</a:t>
            </a: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препятствия задаются в рабочей области и ограничивают траекторию;
</a:t>
            </a: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проверяются столкновения с препятствиями и самопересечения звеньев.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37960" y="516636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11112" y="5285232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безопасная траектория к заданным суставам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ED778B-823D-CCA5-2CF4-CDAD9E320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79" y="1530280"/>
            <a:ext cx="5243462" cy="39325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Базовое решение: кинематика и градиентный спуск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приближение строится через минимизацию ошибки достижения целей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371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кинематика вычисляет координаты суставов по углам, а аналитический якобиан используется для уменьшения функции расстояний до целевых точек.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29820" y="3850239"/>
            <a:ext cx="44348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ошибки — сумма квадратов расстояний до целевых </a:t>
            </a:r>
            <a:r>
              <a:rPr lang="en-US" sz="1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точек</a:t>
            </a: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40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градиентный </a:t>
            </a:r>
            <a:r>
              <a:rPr lang="en-US" sz="1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спуск</a:t>
            </a: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</a:t>
            </a: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снижает ошибку на первых </a:t>
            </a:r>
            <a:r>
              <a:rPr lang="en-US" sz="1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итерациях</a:t>
            </a: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400" dirty="0"/>
          </a:p>
        </p:txBody>
      </p:sp>
      <p:pic>
        <p:nvPicPr>
          <p:cNvPr id="7" name="Image 0" descr="/mnt/data/report_assets/fi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2463"/>
            <a:ext cx="4502481" cy="21134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14F2D8-48E6-85BC-34A7-69C6E7194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29925"/>
            <a:ext cx="4321104" cy="3240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как оценщик качества локального шага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 не заменяет безопасность, а помогает ранжировать допустимые варианты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371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Входной вектор MLP содержит нормированные углы, кандидатное изменение углов, координаты целей и параметры препятствий.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395728" y="320040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09160" y="320040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13448" y="320040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28346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2990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z(θ,η)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признаков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28346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2ECFF"/>
          </a:solidFill>
          <a:ln w="12700">
            <a:solidFill>
              <a:srgbClr val="F2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2990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20→256→256→128→1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76672" y="28346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68112" y="2990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R̂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качества шага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99248" y="28346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90688" y="2990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лучшего шага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эксперимента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166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млн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22960" y="5641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обучающих примеров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5166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2423160" y="5641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эпох обучения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69080" y="5166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4023360" y="5641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макс. шаг, рад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48463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выбором шага все кандидаты проходят фильтр безопасности: недопустимые переходы отбрасываются до оценки MLP.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и выводы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85953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выполнена на девяти демонстрационных сценах с препятствиями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3716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29400" y="152704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демонстрационного эксперимента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2940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8/9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583680" y="2670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 решены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667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0.068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321040" y="2670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MSE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20840" y="3342132"/>
            <a:ext cx="448056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сочетает аналитическую кинематику, градиентный спуск и проверку </a:t>
            </a:r>
            <a:r>
              <a:rPr lang="en-US" sz="135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столкновений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35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аппроксимирует </a:t>
            </a:r>
            <a:r>
              <a:rPr lang="en-US" sz="135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экспертную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оценку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350" dirty="0">
              <a:solidFill>
                <a:srgbClr val="11182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5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неуспешная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</a:t>
            </a:r>
            <a:r>
              <a:rPr lang="ru-RU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показывает поведение робота в ситуации, когда цель не может быть достигнута априори</a:t>
            </a: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20840" y="562356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результат: получен пошаговый планировщик, который ранжирует локальные движения и сохраняет ограничения безопасности.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D64805-4BD4-2C8D-844D-4A75C8FE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2164"/>
            <a:ext cx="5061319" cy="50613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333</Words>
  <Application>Microsoft Office PowerPoint</Application>
  <PresentationFormat>Widescreen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алгоритмов управления манипулятором на основе методов машинного обучения</dc:title>
  <dc:subject>Презентация по отчету о практике</dc:subject>
  <dc:creator>OpenAI</dc:creator>
  <cp:lastModifiedBy>Николай Сухов</cp:lastModifiedBy>
  <cp:revision>4</cp:revision>
  <dcterms:created xsi:type="dcterms:W3CDTF">2026-06-27T22:30:31Z</dcterms:created>
  <dcterms:modified xsi:type="dcterms:W3CDTF">2026-06-27T22:44:10Z</dcterms:modified>
</cp:coreProperties>
</file>